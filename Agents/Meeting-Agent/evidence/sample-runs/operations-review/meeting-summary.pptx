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The service recovered after the database connection pool was reset.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7498079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The service recovered after the database connection pool was reset. The team decided to add pool saturation alerts before the next release. DevOps will follow up with a load test and update the runbook. Visual context: The dashboard shows latency returned to the normal range after 13:18 UTC.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9552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74066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The service recovered after the database connection pool was reset.</a:t>
            </a:r>
          </a:p>
          <a:p>
            <a:pPr>
              <a:spcAft>
                <a:spcPts val="1000"/>
              </a:spcAft>
              <a:defRPr sz="1900"/>
            </a:pPr>
            <a:r>
              <a:t>The team decided to add pool saturation alerts before the next release.</a:t>
            </a:r>
          </a:p>
          <a:p>
            <a:pPr>
              <a:spcAft>
                <a:spcPts val="1000"/>
              </a:spcAft>
              <a:defRPr sz="1900"/>
            </a:pPr>
            <a:r>
              <a:t>DevOps will follow up with a load test and update the runbook.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9552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74066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The team decided to add pool saturation alerts before the next release.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9552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Action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74066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DevOps will follow up with a load test and update the runbook.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95527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74066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No open question recorded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