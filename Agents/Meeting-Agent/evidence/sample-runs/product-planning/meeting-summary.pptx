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143000"/>
            <a:ext cx="7772400" cy="1097280"/>
          </a:xfrm>
          <a:prstGeom prst="rect">
            <a:avLst/>
          </a:prstGeom>
          <a:noFill/>
        </p:spPr>
        <p:txBody>
          <a:bodyPr wrap="none">
            <a:spAutoFit/>
          </a:bodyPr>
          <a:lstStyle/>
          <a:p>
            <a:pPr>
              <a:defRPr sz="3000" b="1"/>
            </a:pPr>
            <a:r>
              <a:t>We agreed to launch the assistant pilot with the support team in March.</a:t>
            </a:r>
          </a:p>
        </p:txBody>
      </p:sp>
      <p:sp>
        <p:nvSpPr>
          <p:cNvPr id="3" name="TextBox 2"/>
          <p:cNvSpPr txBox="1"/>
          <p:nvPr/>
        </p:nvSpPr>
        <p:spPr>
          <a:xfrm>
            <a:off x="731520" y="2560320"/>
            <a:ext cx="7498079" cy="2377440"/>
          </a:xfrm>
          <a:prstGeom prst="rect">
            <a:avLst/>
          </a:prstGeom>
          <a:noFill/>
        </p:spPr>
        <p:txBody>
          <a:bodyPr wrap="none">
            <a:spAutoFit/>
          </a:bodyPr>
          <a:lstStyle/>
          <a:p>
            <a:pPr>
              <a:defRPr sz="1800"/>
            </a:pPr>
            <a:r>
              <a:t>We agreed to launch the assistant pilot with the support team in March. Mina will follow up with security and prepare the pilot checklist. Can the pilot support multilingual meeting notes? Visual context: The shared roadmap shows three phases: prototype, pilot, and rollout.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502920"/>
            <a:ext cx="7955279" cy="640080"/>
          </a:xfrm>
          <a:prstGeom prst="rect">
            <a:avLst/>
          </a:prstGeom>
          <a:noFill/>
        </p:spPr>
        <p:txBody>
          <a:bodyPr wrap="none">
            <a:spAutoFit/>
          </a:bodyPr>
          <a:lstStyle/>
          <a:p>
            <a:pPr>
              <a:defRPr sz="2600" b="1"/>
            </a:pPr>
            <a:r>
              <a:t>Topics</a:t>
            </a:r>
          </a:p>
        </p:txBody>
      </p:sp>
      <p:sp>
        <p:nvSpPr>
          <p:cNvPr id="3" name="TextBox 2"/>
          <p:cNvSpPr txBox="1"/>
          <p:nvPr/>
        </p:nvSpPr>
        <p:spPr>
          <a:xfrm>
            <a:off x="822960" y="1463040"/>
            <a:ext cx="7406640" cy="4846320"/>
          </a:xfrm>
          <a:prstGeom prst="rect">
            <a:avLst/>
          </a:prstGeom>
          <a:noFill/>
        </p:spPr>
        <p:txBody>
          <a:bodyPr wrap="none">
            <a:spAutoFit/>
          </a:bodyPr>
          <a:lstStyle/>
          <a:p>
            <a:pPr>
              <a:spcAft>
                <a:spcPts val="1000"/>
              </a:spcAft>
              <a:defRPr sz="1900"/>
            </a:pPr>
            <a:r>
              <a:t>We agreed to launch the assistant pilot with the support team in March.</a:t>
            </a:r>
          </a:p>
          <a:p>
            <a:pPr>
              <a:spcAft>
                <a:spcPts val="1000"/>
              </a:spcAft>
              <a:defRPr sz="1900"/>
            </a:pPr>
            <a:r>
              <a:t>Mina will follow up with security and prepare the pilot checklist.</a:t>
            </a:r>
          </a:p>
          <a:p>
            <a:pPr>
              <a:spcAft>
                <a:spcPts val="1000"/>
              </a:spcAft>
              <a:defRPr sz="1900"/>
            </a:pPr>
            <a:r>
              <a:t>Can the pilot support multilingual meeting notes?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502920"/>
            <a:ext cx="7955279" cy="640080"/>
          </a:xfrm>
          <a:prstGeom prst="rect">
            <a:avLst/>
          </a:prstGeom>
          <a:noFill/>
        </p:spPr>
        <p:txBody>
          <a:bodyPr wrap="none">
            <a:spAutoFit/>
          </a:bodyPr>
          <a:lstStyle/>
          <a:p>
            <a:pPr>
              <a:defRPr sz="2600" b="1"/>
            </a:pPr>
            <a:r>
              <a:t>Decisions</a:t>
            </a:r>
          </a:p>
        </p:txBody>
      </p:sp>
      <p:sp>
        <p:nvSpPr>
          <p:cNvPr id="3" name="TextBox 2"/>
          <p:cNvSpPr txBox="1"/>
          <p:nvPr/>
        </p:nvSpPr>
        <p:spPr>
          <a:xfrm>
            <a:off x="822960" y="1463040"/>
            <a:ext cx="7406640" cy="4846320"/>
          </a:xfrm>
          <a:prstGeom prst="rect">
            <a:avLst/>
          </a:prstGeom>
          <a:noFill/>
        </p:spPr>
        <p:txBody>
          <a:bodyPr wrap="none">
            <a:spAutoFit/>
          </a:bodyPr>
          <a:lstStyle/>
          <a:p>
            <a:pPr>
              <a:spcAft>
                <a:spcPts val="1000"/>
              </a:spcAft>
              <a:defRPr sz="1900"/>
            </a:pPr>
            <a:r>
              <a:t>We agreed to launch the assistant pilot with the support team in March.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502920"/>
            <a:ext cx="7955279" cy="640080"/>
          </a:xfrm>
          <a:prstGeom prst="rect">
            <a:avLst/>
          </a:prstGeom>
          <a:noFill/>
        </p:spPr>
        <p:txBody>
          <a:bodyPr wrap="none">
            <a:spAutoFit/>
          </a:bodyPr>
          <a:lstStyle/>
          <a:p>
            <a:pPr>
              <a:defRPr sz="2600" b="1"/>
            </a:pPr>
            <a:r>
              <a:t>Action items</a:t>
            </a:r>
          </a:p>
        </p:txBody>
      </p:sp>
      <p:sp>
        <p:nvSpPr>
          <p:cNvPr id="3" name="TextBox 2"/>
          <p:cNvSpPr txBox="1"/>
          <p:nvPr/>
        </p:nvSpPr>
        <p:spPr>
          <a:xfrm>
            <a:off x="822960" y="1463040"/>
            <a:ext cx="7406640" cy="4846320"/>
          </a:xfrm>
          <a:prstGeom prst="rect">
            <a:avLst/>
          </a:prstGeom>
          <a:noFill/>
        </p:spPr>
        <p:txBody>
          <a:bodyPr wrap="none">
            <a:spAutoFit/>
          </a:bodyPr>
          <a:lstStyle/>
          <a:p>
            <a:pPr>
              <a:spcAft>
                <a:spcPts val="1000"/>
              </a:spcAft>
              <a:defRPr sz="1900"/>
            </a:pPr>
            <a:r>
              <a:t>Mina will follow up with security and prepare the pilot checklist.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502920"/>
            <a:ext cx="7955279" cy="640080"/>
          </a:xfrm>
          <a:prstGeom prst="rect">
            <a:avLst/>
          </a:prstGeom>
          <a:noFill/>
        </p:spPr>
        <p:txBody>
          <a:bodyPr wrap="none">
            <a:spAutoFit/>
          </a:bodyPr>
          <a:lstStyle/>
          <a:p>
            <a:pPr>
              <a:defRPr sz="2600" b="1"/>
            </a:pPr>
            <a:r>
              <a:t>Open questions</a:t>
            </a:r>
          </a:p>
        </p:txBody>
      </p:sp>
      <p:sp>
        <p:nvSpPr>
          <p:cNvPr id="3" name="TextBox 2"/>
          <p:cNvSpPr txBox="1"/>
          <p:nvPr/>
        </p:nvSpPr>
        <p:spPr>
          <a:xfrm>
            <a:off x="822960" y="1463040"/>
            <a:ext cx="7406640" cy="4846320"/>
          </a:xfrm>
          <a:prstGeom prst="rect">
            <a:avLst/>
          </a:prstGeom>
          <a:noFill/>
        </p:spPr>
        <p:txBody>
          <a:bodyPr wrap="none">
            <a:spAutoFit/>
          </a:bodyPr>
          <a:lstStyle/>
          <a:p>
            <a:pPr>
              <a:spcAft>
                <a:spcPts val="1000"/>
              </a:spcAft>
              <a:defRPr sz="1900"/>
            </a:pPr>
            <a:r>
              <a:t>Can the pilot support multilingual meeting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